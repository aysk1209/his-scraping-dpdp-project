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comparison is now ours against publicly available AI agents (Claude, GPT, Gemini), each briefed with the job, the purpose and the field names — never a value — unaided and told the Act; decisions recorded, replayed, and repeated so determinism is a measured column.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ai_agent (Claude, OpenAI, Gemini; record + replay) / unconstrained; metering incl. determinism;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4 techniques, 4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46634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 · traps)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1.000  ·  7/7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1.00 · 1.00 · 74  ·  traps held 1/1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 (unaided)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1.17 · 0.83 · 76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ai agent: gemini (told the Act)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0.988  ·  6/7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1.17 · 0.83 · 76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 public model decides the pull and the manifest from the job, purpose and field names; recorded and replayed.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0.137  ·  0/7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6.89 · 1.00 · 440  ·  traps held 0/1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AI agents are real public models briefed with field names, never values, once unaided and once told the Act; coverage catches any that left out data the job lawfully needs. Repeated runs give a stable column: ours reproduces its decision every time — rules, not sampling; an agent's compliance is a sample. Per-rule columns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