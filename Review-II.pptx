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a publicly available AI agent (Gemini),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274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(a sweep shows the ranking survives any weighting).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5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purpose, field names and -- in this briefing -- the purpose policy itself;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 is a real public model, briefed with field names — never a value — and handed the purpose policy itself; it cites the register correctly, so the gap is not paperwork. It obeys the policy's numbers (retention at the ceiling, no onward use) and not its categories: told to reconcile an invoice against the diagnosis it takes the diagnosis in every run. In memory (8 tasks × 5 repeats, every repeat scored): traps held 10 of 20 runs against our 20 of 20 (0 of 20 unaided or told the Act); 67–74% of the job done; its first decision reproduced in 18–21 of 32 repeats, ours 32 of 32. Ours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existed, which found four defects.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on free tiers — the recorder is paced, budgeted per day and breadth-first, and a model enters the tables after one pass; the flagship of the family still served only one or two calls a day in practice, so it was dropped rather than paid for.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98%,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dataset, expected before this review: one column map, the same pipeline; its results slide is rebuilt from that run. Project report: eight chapters drafted on the real numbers (section references verified against the Gazette text); second pass for length. Manuscript compressed from chapters 3–7.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real-data results beside the synthetic ones. Weeks 2–3: report second pass, appendices, weight-sensitivity and per-model discussion. Week 4: manuscript, final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Real Data, Rehearsed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hospital's export was not in when this deck was built, so the day-one procedure was run on an export shaped like one: the hospital's own column names, a column we do not model, an Excel file among the CSVs, dd/mm/yyyy dates, one table split across two files — and no synthetic manifest, so the handling gate treats it as real (refused without provenance under data/, git-ignored). check_source.py wrote the mapping template, a person filled it, run_pipeline.py --dataset ran the same techniques and recordings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794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69663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rehearsal found four defects before any real data existed — a header meaning different fields in different files, a split table read half, day-first dates reaching HL7 unparsed, .xlsx unreadable — and each is now fixed and tested. Then everything printed or written was searched for one patient's record number, name and phone: nothing. A recording is a property of the model, not of a source, so no agent is re-recorded for the real data; the day it arrives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benchmark-dataset.json, generated 2026-09-21;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