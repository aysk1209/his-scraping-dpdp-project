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models (claude-haiku-4-5, claude-sonnet-5, gemini-3.1-flash-lite),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309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dates, values kept as text, per-concept files stacked);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 tools/build_review_pages.py — four offline demo pages built from real runs.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(21 alternative weightings never put another technique above ours).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9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1.78 · 0.94 · 36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2.00 · 0.89 · 55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fourteen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models, briefed with field names — never a value — and, in the row shown, handed the purpose policy itself. In memory (8 tasks × 5 repeats, 2 for claude-haiku-4-5 and claude-sonnet-5; every repeat scored): claude-haiku-4-5 held 8 of 8 trap runs (0 of 4 unaided), did 79% of the job and reproduced its first decision in 0 of 8 repeats; claude-sonnet-5 held 6 of 8 trap runs (0 of 4 unaided), did 81% of the job and reproduced its first decision in 6 of 8 repeats; gemini-3.1-flash-lite held 10 of 20 trap runs (0 of 20 unaided or told the Act), did 74% of the job and reproduced its first decision in 21 of 32 repeats. Ours held 20 of 20 and reproduced itself in 32 of 32 — it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 (four defects found), then run on a public export we had never seen (five more) — each fixed and pinned by a test.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without paying — the recorder is paced, budgeted per day and breadth-first, and a model enters the tables after one pass; a free-tier flagship served only one or two calls a day, so it was dropped; the Claude models were recorded through a subscription's command line (headless, our brief as the whole system prompt, no tools, effort pinned), no API credit spent.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99%,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the hospital dataset: the evaluation stands on synthetic data, the live portal and a public export we never saw. If an export is released, it is one column map and the same pipeline, and its slide rebuilds itself. Report: eight chapters and five appendices written, section references verified against the Gazette text, every table generated from the results and checked in CI. Manuscript: a complete first draft, to be fitted to the venue chosen with the guide — the one remaining point on the ledger.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venue chosen with the guide; the manuscript to its template and page budget. Weeks 2–3: the report assembled — front matter, cross-references, a final read for length. Week 4: every result regenerated from a clean checkout,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A Public Export We Never Saw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A hospital's export is personal data, and may never be released to a student project — which is exactly the risk this work is about. So the dataset path was proven on data we did not generate: the public Synthea sample (108 synthetic patients, 18 CSV files, one per clinical concept, a 28-column registration file with SSN, passport and licence columns). It went through the real handling gate (no synthetic manifest; a provenance note required), a column map written once, and run_pipeline.py --dataset: the same techniques and recordings,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124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0.999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0.994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0.992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0.113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548.85×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262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SSN, passport and licence numbers stopped at the adapter: no technique saw them and nothing exported them. The export found five defects our own data had not — identifiers read as numbers, a blanked column counted against a file, an empty source still benchmarked, one table kept per layer, a coverage ceiling set by the wrong technique — each fixed and tested; a hospital-shaped rehearsal had found four more. The coverage ceiling is measured from the source — 5 of the 18 fields the tasks need are not in the export, 2 are not in the chosen patient's records — so no technique is blamed for what the data lacks. If a hospital export is ever released,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benchmark-public.json, generated 2026-09-23;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— the Interactive Pages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ortal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49"/>
            <a:ext cx="5440680" cy="152019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1 · The portal run</a:t>
            </a:r>
            <a:r>
              <a:rPr sz="1000"/>
              <a:t>  —  Every page each technique loaded, replayed on a map of the portal: ours 32, the AI agent 35, the baseline 440 — each total checked against the meter.</a:t>
            </a:r>
            <a:r>
              <a:rPr sz="900">
                <a:solidFill>
                  <a:srgbClr val="808080"/>
                </a:solidFill>
              </a:rPr>
              <a:t>  [portal-run.html]</a:t>
            </a:r>
          </a:p>
        </p:txBody>
      </p:sp>
      <p:pic>
        <p:nvPicPr>
          <p:cNvPr id="7" name="Picture 6" descr="dataset-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1536" y="1188719"/>
            <a:ext cx="4136871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99632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2 · An export we never saw</a:t>
            </a:r>
            <a:r>
              <a:rPr sz="1000"/>
              <a:t>  —  Synthea's public sample, one patient's bill: the agent takes the diagnosis; ours takes three fields; the baseline reads 180,570 records.</a:t>
            </a:r>
            <a:r>
              <a:rPr sz="900">
                <a:solidFill>
                  <a:srgbClr val="808080"/>
                </a:solidFill>
              </a:rPr>
              <a:t>  [dataset-walkthrough.html]</a:t>
            </a:r>
          </a:p>
        </p:txBody>
      </p:sp>
      <p:pic>
        <p:nvPicPr>
          <p:cNvPr id="9" name="Picture 8" descr="assistant-refus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990" y="3675888"/>
            <a:ext cx="5085979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3 · Ask the assistant</a:t>
            </a:r>
            <a:r>
              <a:rPr sz="1000"/>
              <a:t>  —  The panel types; reception asking for a diagnosis is refused before any detail is asked, with the three checks shown. Verified against the Python assistant on load.</a:t>
            </a:r>
            <a:r>
              <a:rPr sz="900">
                <a:solidFill>
                  <a:srgbClr val="808080"/>
                </a:solidFill>
              </a:rPr>
              <a:t>  [assistant.html]</a:t>
            </a:r>
          </a:p>
        </p:txBody>
      </p:sp>
      <p:pic>
        <p:nvPicPr>
          <p:cNvPr id="11" name="Picture 10" descr="rules-vs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5452" y="3675888"/>
            <a:ext cx="3749039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99632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4 · Rules vs just AI</a:t>
            </a:r>
            <a:r>
              <a:rPr sz="1000"/>
              <a:t>  —  Eight tasks, five repeats, every repeat scored: close on the score, apart on traps, coverage, minimisation and repeatability.</a:t>
            </a:r>
            <a:r>
              <a:rPr sz="900">
                <a:solidFill>
                  <a:srgbClr val="808080"/>
                </a:solidFill>
              </a:rPr>
              <a:t>  [rules-vs-just-ai.html]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alibri"/>
              </a:rPr>
              <a:t>Open docs/review/index.html — every page is offline, built from a real run of the pipeline (tools/build_review_pages.py), and shows no raw patient identifier.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