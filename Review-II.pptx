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63" r:id="rId9"/>
    <p:sldId id="264" r:id="rId10"/>
    <p:sldId id="270" r:id="rId21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publicly available AI agents (Claude, GPT, Gemini), each briefed with the job, the purpose and the field names — never a value — unaided and told the Act; decisions recorded, replayed, and repeated so determinism is a measured column.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(~1½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224 tests):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records), policy (3 purposes), roles (role = purposes ∩ interop artefacts; authorise()), 7 rules, checkers, benchmark (compliance × cost), purpose_matrix,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interface; adapters mock / portal (Playwright) / dataset (pandas, column map); techniques compliant / ai_agent (Claude, OpenAI, Gemini; record + replay) / unconstrained; metering incl. determinism;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(10 resources incl. AuditEvent) shapers; normalise + export audit. agent/ — 13-function registry, session state machine, grounded guidance. tools/mock_portal — the Flask fixture built as a system we do not control.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aggregate. Excess ratio = distinct fields pulled ÷ fields the purpose requires; coverage = needed fields obtained ÷ needed (micro-averaged).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inference: argmax over layers of catalogue-explained field names, with confidence — applied identically to a scraped module and an exported file. Role gate: lawful purpose → necessity → access control, first failure names its rule. Pseudonymisation: HMAC-SHA256 keyed per export; audit = search of emitted artefacts for raw identifier values.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4 techniques, 3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46634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 · 1.00 · 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 (told the Act)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1.31 · 0.77 · 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 public model decides the pull and the manifest from the job, purpose and field names; recorded and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 (unaided)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0.976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1.31 · 0.85 · 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 public model decides the pull and the manifest from the job, purpose and field names; recorded and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0.135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7.15 · 1.00 · 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manifest, TLS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agents are real public models briefed with field names, never values, once unaided and once told the Act; coverage catches any that left out data the job lawfully needs. Repeated runs give a stable column: ours reproduces its decision every time — rules, not sampling; an agent's compliance is a sample. Per-rule columns are in docs/benchmark_results/benchmark-portal.md.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840480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of 120  ·  180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 of 120  ·  510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the manifest — pseudonymisation is now applied at export and audited against the emitted artefacts rather than taken from the declaration. Real data handling — the PLAN §4 checklist is enforced in code: a non-synthetic export is refused without provenance, de-identification statement and ignore rule.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(25%):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report: all eight chapters drafted; second pass for length, and the section mapping to be verified against the Gazette text before citations enter it. Manuscript compressed from chapters 3–7. Real hospital dataset → one column map, then the same pipeline; results reported beside the synthetic ones.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1–2: report chapters 3–4 (framework, techniques and cost) and 7 on synthetic data. Weeks 2–3: chapters 5–6, appendices; real-data integration the day the export lands. Week 4: manuscript compression, final results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