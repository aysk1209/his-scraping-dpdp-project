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63" r:id="rId9"/>
    <p:sldId id="264" r:id="rId10"/>
    <p:sldId id="270" r:id="rId21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technique is now the morality model — privacy judged by instinct from a field's name, no concept of purpose — deliberately not DPDP-compliant;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(~1½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224 tests):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records), policy (3 purposes), roles (role = purposes ∩ interop artefacts; authorise()), 7 rules, checkers, benchmark (compliance × cost), purpose_matrix,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interface; adapters mock / portal (Playwright) / dataset (pandas, column map); techniques compliant / morality / unconstrained; metering;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(10 resources incl. AuditEvent) shapers; normalise + export audit. agent/ — 13-function registry, session state machine, grounded guidance. tools/mock_portal — the Flask fixture built as a system we do not control.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aggregate. Excess ratio = distinct fields pulled ÷ fields the purpose requires; coverage = needed fields obtained ÷ needed (micro-averaged).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inference: argmax over layers of catalogue-explained field names, with confidence — applied identically to a scraped module and an exported file. Role gate: lawful purpose → necessity → access control, first failure names its rule. Pseudonymisation: HMAC-SHA256 keyed per export; audit = search of emitted artefacts for raw identifier values.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Three techniques, three extraction tasks, the same login-gated portal scraped by a real browser (30 records per module);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58293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1.000  ·  7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 · 1.00 · ~100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morality (privacy by instinct)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0.484  ·  2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0.85 · 0.85 · ~100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Refuses what feels private (names, contact, money) whatever the purpose; takes MRN and DOB freely; consent assumed, no notice, no retention.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0.135  ·  0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7.15 · 1.00 · ~480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manifest, TLS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morality model is the cheapest — and the cheapness is its failure: coverage 0.85 because it refused a name and a phone number an appointment reminder lawfully needs under the registration purpose. Privacy by instinct fails in both directions; only a purpose-bound technique gets both right. Per-rule columns (DM, LB, SL, SS, PL, NT, AC) are in docs/benchmark_results/benchmark-portal.md.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840480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of 120  ·  180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 of 120  ·  510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the manifest — pseudonymisation is now applied at export and audited against the emitted artefacts rather than taken from the declaration. Real data handling — the PLAN §4 checklist is enforced in code: a non-synthetic export is refused without provenance, de-identification statement and ignore rule.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(25%):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report: all eight chapters drafted; second pass for length, and the section mapping to be verified against the Gazette text before citations enter it. Manuscript compressed from chapters 3–7. Real hospital dataset → one column map, then the same pipeline; results reported beside the synthetic ones.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1–2: report chapters 3–4 (framework, techniques and cost) and 7 on synthetic data. Weeks 2–3: chapters 5–6, appendices; real-data integration the day the export lands. Week 4: manuscript compression, final results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"Scrapers Selectively Respect robots.txt Directives: Evidence From a Large-Scale Empirical Study," in Proc. 2025 ACM Internet Measurement Conf. (IMC),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"A Critical Review of Health Data Interoperability Standards: FHIR, HL7, and Beyond,"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"Examining the Significance of the Digital Personal Data Protection Act, 2023 in the Context of the Healthcare Industry: A Comprehensive Analysis," Discover Public Health,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"Challenges and Recommendations for Enhancing Digital Data Protection in the Indian Medical Research and Healthcare Sector," npj Digital Medicine,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ACM IMC,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large-scale study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review,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Critical Review of Health Data Interoperability Standards: FHIR, HL7 and Beyond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Critical review of HL7 / FHIR and related standards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Discover Public Health,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npj Digital Medicine,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