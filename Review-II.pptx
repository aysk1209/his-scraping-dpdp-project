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1" r:id="rId7"/>
    <p:sldId id="262" r:id="rId8"/>
    <p:sldId id="263" r:id="rId9"/>
    <p:sldId id="264" r:id="rId10"/>
    <p:sldId id="269" r:id="rId2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technique is now the morality model — privacy judged by instinct from a field's name, no concept of purpose — deliberately not DPDP-compliant;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on this slide, [7]–[12] on the next; full IEEE list on the References slide. The gap across all twelve: no technique reports a per-technique compliance score.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(30–40 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morality / unconstrained; metering;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Three techniques, three extraction tasks, the same login-gated portal scraped by a real browser (30 records per module);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morality (privacy by instinct)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0.484  ·  2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0.85 · 0.85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Refuses what feels private (names, contact, money) whatever the purpose; takes MRN and DOB freely; consent assumed, no notice, no retention.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0.135  ·  0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7.15 · 1.00 · ~480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morality model is the cheapest — and the cheapness is its failure: coverage 0.85 because it refused a name and a phone number an appointment reminder lawfully needs under the registration purpose. Privacy by instinct fails in both directions; only a purpose-bound technique gets both right. Per-rule columns (DM, LB, SL, SS, PL, NT, AC)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and manuscript (compliance chapters need no real data; section mapping drafted, to be verified against the Gazette text). Real hospital dataset → one column map, then the same pipeline; results reported beside the synthetic ones. Three further literature references to reach fifteen.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ACM IMC,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large-scale study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review,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Critical Review of Health Data Interoperability Standards: FHIR, HL7 and Beyond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Critical review of HL7 / FHIR and related standards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Discover Public Health,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npj Digital Medicine,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scraping is evaluated on coverage and cost; healthcare-data law is analysed doctrinally; nothing between them scores a technique on compliance. [13] is the Act itself.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