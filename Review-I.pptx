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 · 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highly sensitive personal data, yet techniques for extracting data from HIS portals are judged only on speed, robustness and coverage.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 compliance is treated as a legal afterthought, never as a measurable property of the extraction technique itself.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platforms are heterogeneous and frequently updated; staff-facing data access is credentialed and portal-based — Tier-2, headless-browser automation.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DPDP Act 2023 makes lawful basis, purpose limitation, data minimisation and security safeguards binding on any entity processing patient data in India.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/ wrapper scrapers (fast, brittle); headless-browser automation (handles auth and dynamic pages); LLM / agentic extractors — AutoScraper (EMNLP 2024), AXE (2026).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guidance for scraping exists only as qualitative checklists (e.g. Web Scraping for Research, 2025).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technique reports a compliance score, so compliance cannot be compared across extraction methods.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gap: make DPDP compliance a benchmarkable, per-technique number produced by one shared harness.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Ruchitaa et al., 2023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Tools and Techniques: A Brief Survey — ICITIIT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/ taxonomy of scraping tools and methods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catalogue; no domain-specific (HIS) use and no compliance axis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al., 2024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AutoScraper: A Progressive Understanding Web Agent — EMNLP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LLM agent using HTML hierarchy + cross-page similarity; executability metric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SOTA scraper generation, but evaluated only on executability / coverage — no data protection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Mansour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AXE: Low-Cost Cross-Domain Web Structured Information Extraction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DOM-tree pruning + Grounded XPath Resolution feeding a 0.6B LLM; zero-shot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88.1% on SWDE at low cost; no compliance modelling, not applied to credentialed domains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Bohra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WebLists: Structured Extraction from Interactive Sites (BardeenAgent)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200-task benchmark; agent converts execution into replayable programs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31%→66%; regulated / enterprise contexts and privacy risk left unaddressed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Co-Scraper: Query-Aware DOM Pruning and Reusable Scraper Synthesis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query-aware pruning + extraction-strategy induction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94.78% SWDE, ~90% reuse; optimises efficiency only — no purpose-limitation notion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Gundelach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Detecting Bot Detection: Prevalence, Techniques, Implications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(2020–25) of bot-detection at top security / web venues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the detection landscape; authenticated / credentialed portal scraping under-studied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[1]–[6] here; [7]–[12] on the next slide. Full IEEE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DPDP-compliance benchmarking harness that scores any HIS extraction run against data-protection criteria and returns one 0–1 compliance score plus a per-rule breakdown.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harness scores every technique — including baselines such as AutoScraper — so extraction methods become directly comparable on compliance.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Approach: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is represented as data: a manifest (purpose, lawful basis, retention, deletion, security posture) + records tagged only by field category — no personal values enter the benchmark.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executable rules — data minimisation, lawful basis, storage limitation, security safeguards — each returns pass/fail, a 0–1 score and plain findings; overall = mean of applicable rules.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data source (adapter pattern): synthetic HIS generator now, live credentialed HIS later, no downstream change. HIS heterogeneity is absorbed here and by scoring categories, not vendor fields.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 = an off-the-shelf LLM driven agentically (AXE-method-inspired): prompt and tool design plus evaluation on synthetic data — no model fine-tuning.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 (in scope / out of scope):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scope: Tier-2 headless-browser extraction, the compliance rule set and harness, synthetic HIS data, benchmarking against baseline techniques, and the project report.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production deployment; live-HIS runs until credentialed data access is enabled.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framework: 4 executable DPDP rules + a declarative purpose policy + a ComplianceReport artifact (0–1 score, pass-rate, per-rule findings).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HIS layer: field catalogue (field → HIS layer → DPDP category) and a Faker-seeded record generator over a five-layer functional HIS model.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skeleton: a HISDataSource interface + a working MockHISDataSource adapter — the swap point for real Tier-2 scraping.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demo: a compliant run scores ≈ 1.0 vs a "grab-everything, declare-nothing" run ≈ 0.2 — the thesis shown, not asserted. Test suite passing.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(now): architecture, the compliance-as-benchmarkable-property thesis, and a runnable scoring demo on synthetic data.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(~75%): extraction layer built out, agent scaffolding, harness scoring ≥ 1 baseline technique, wider synthetic coverage; live HIS folded in if access opens.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Review-III (100%): full benchmarking across techniques, complete project report and publication-ready manuscript.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(software / hardware / datasets):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pytest; Faker / pandas for synthetic records; Selenium / Playwright for Tier-2 (stubbed until data access); Anthropic Claude API for the AXE-inspired agent; HL7 / FHIR-shaped schemas.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self-generated synthetic HIS records only — no personal data. Credentialed live-HIS access is secured but not yet usable.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"/>
          <p:cNvSpPr txBox="1"/>
          <p:nvPr/>
        </p:nvSpPr>
        <p:spPr>
          <a:xfrm>
            <a:off x="640080" y="1230000"/>
            <a:ext cx="10900000" cy="1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harness, two extraction runs for the care-coordination purpose, on synthetic data (field categories only — no personal values).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run: minimal necessary categories, lawful basis + reference declared, retention 60 days with audited deletion, full security posture.</a:t>
            </a:r>
          </a:p>
        </p:txBody>
      </p:sp>
      <p:sp>
        <p:nvSpPr>
          <p:cNvPr id="21" name="Screenshot Placeholder"/>
          <p:cNvSpPr/>
          <p:nvPr/>
        </p:nvSpPr>
        <p:spPr>
          <a:xfrm>
            <a:off x="1200000" y="2650000"/>
            <a:ext cx="9792000" cy="2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dash"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score_extraction_run.py — compliant run, per-rule table, overall ≈ 1.0 ]</a:t>
            </a:r>
          </a:p>
        </p:txBody>
      </p:sp>
      <p:sp>
        <p:nvSpPr>
          <p:cNvPr id="22" name="Caption"/>
          <p:cNvSpPr txBox="1"/>
          <p:nvPr/>
        </p:nvSpPr>
        <p:spPr>
          <a:xfrm>
            <a:off x="1200000" y="5380000"/>
            <a:ext cx="9792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Per-rule compliance report for the compliant run (data minimisation, lawful basis, storage limitation, security safeguards). Screenshot to be inserted.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"/>
          <p:cNvSpPr txBox="1"/>
          <p:nvPr/>
        </p:nvSpPr>
        <p:spPr>
          <a:xfrm>
            <a:off x="640080" y="1230000"/>
            <a:ext cx="10900000" cy="1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Careless run: extra field categories, no lawful basis, no retention or deletion policy, partial security — the shape of an unconstrained scraper.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Data-minimisation and lawful-basis rules fail; overall compliance ≈ 0.2. The ≈ 0.8 gap is produced by the same rules that will later score baseline techniques (e.g. AutoScraper).</a:t>
            </a:r>
          </a:p>
        </p:txBody>
      </p:sp>
      <p:sp>
        <p:nvSpPr>
          <p:cNvPr id="21" name="Screenshot Placeholder"/>
          <p:cNvSpPr/>
          <p:nvPr/>
        </p:nvSpPr>
        <p:spPr>
          <a:xfrm>
            <a:off x="1200000" y="2650000"/>
            <a:ext cx="9792000" cy="2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dash"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score_extraction_run.py — careless run, failing rules highlighted, overall ≈ 0.2 ]</a:t>
            </a:r>
          </a:p>
        </p:txBody>
      </p:sp>
      <p:sp>
        <p:nvSpPr>
          <p:cNvPr id="22" name="Caption"/>
          <p:cNvSpPr txBox="1"/>
          <p:nvPr/>
        </p:nvSpPr>
        <p:spPr>
          <a:xfrm>
            <a:off x="1200000" y="5380000"/>
            <a:ext cx="9792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Same harness on a 'grab-everything, declare-nothing' run. Screenshot to be inserted.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230000"/>
            <a:ext cx="10881360" cy="4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Scrapers Selectively Respect robots.txt Directives — large-scale study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Internet-scale measurement of robots.txt compliance in the wild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observed after the fact, never designed into the technique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Purnawan &amp; Surendro, 2016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Enterprise Architecture for Hospital Information System — ICoICT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Enterprise-architecture modelling of HIS structure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Useful layer model; predates LLM extraction, no data-egress / compliance view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review,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Critical Review of Health Data Interoperability Standards: FHIR, HL7 and Beyond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review of HL7 / FHIR and related standards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≠ compliant extraction; standards are silent on lawful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Public Health,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Significance of the DPDP Act 2023 for the Healthcare Industry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Doctrinal analysis of DPDP obligations for healthcare entities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analysis only; no technical or measurable operationalisation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npj Digital Medicine,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Data Protection in Indian Medical Research and Healthcare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 of challenges and recommendations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 not translated into checkable controls on data-collection pipelines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for Research: Legal, Ethical, Institutional and Scientific Considerations — Big Data &amp; Society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Multi-dimensional qualitative framework (contract, CFAA, IP, privacy, IRB, validity)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checklist, not a scored per-technique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from previous slide. Full IEEE reference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