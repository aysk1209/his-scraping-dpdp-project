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Scanned, Guide-Signed Title Slide (Mandatory)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Review-II, obtain the guide's signature with date on the title slide (next slide).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photograph the signed title slide clearly.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slide with the scanned copy, so that it remains Slide 1 of the presentation.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requirement applies to every review of Project-I (2026).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Reg. 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Guide Name, School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— 30.09.2026 (40 Marks, 40%)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75% Work Completion &amp; Implementation Progress.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12–15 minutes.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contents: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scanned title slide (Slide 1)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problem recap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 — minimum 15 recent papers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— modules, algorithms, code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(75%), challenges and remaining work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split-up: Technical depth (15), Implementation quality (15), Results analysis (5), Presentation skills (3), Q&amp;A handling (2).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recap: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Refinements after Review-I feedback: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15 recent papers. Duplicate this slide as needed; conclude with research gaps identified.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developed and integrated: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snippets (if applicable):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solutions: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(25%):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for completion by Review-III (28.10.2026):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Author, B. Author, “Paper title,” Journal Name, vol. X, no. Y, pp. 1–10,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C. Author, “Paper title,” in Proc. Conference Name, City, 2024, pp. 11–20.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...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format. Every reference listed must be cited in the slides / report.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PresentationFormat>Widescreen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1</cp:revision>
  <dcterms:created xsi:type="dcterms:W3CDTF">2026-08-27T09:57:11Z</dcterms:created>
  <dcterms:modified xsi:type="dcterms:W3CDTF">2026-08-27T10:07:40Z</dcterms:modified>
</cp:coreProperties>
</file>